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2e96ae2b2492b" /><Relationship Type="http://schemas.openxmlformats.org/officeDocument/2006/relationships/extended-properties" Target="/docProps/app.xml" Id="Re0bccac353024dbc" /><Relationship Type="http://schemas.openxmlformats.org/officeDocument/2006/relationships/officeDocument" Target="/ppt/presentation.xml" Id="R299a83af1f31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370c230b6474c"/>
  </p:sldMasterIdLst>
  <p:notesMasterIdLst>
    <p:notesMasterId xmlns:r="http://schemas.openxmlformats.org/officeDocument/2006/relationships" r:id="R55730f99ccc34030"/>
  </p:notesMasterIdLst>
  <p:sldIdLst>
    <p:sldId xmlns:r="http://schemas.openxmlformats.org/officeDocument/2006/relationships" id="256" r:id="Rbf7df681ea264134"/>
    <p:sldId xmlns:r="http://schemas.openxmlformats.org/officeDocument/2006/relationships" id="257" r:id="R5e380374826b4528"/>
    <p:sldId xmlns:r="http://schemas.openxmlformats.org/officeDocument/2006/relationships" id="258" r:id="R4513fdfbefd540a1"/>
    <p:sldId xmlns:r="http://schemas.openxmlformats.org/officeDocument/2006/relationships" id="259" r:id="R7ce4a107e87f49ca"/>
    <p:sldId xmlns:r="http://schemas.openxmlformats.org/officeDocument/2006/relationships" id="260" r:id="R55560047f8a34b21"/>
    <p:sldId xmlns:r="http://schemas.openxmlformats.org/officeDocument/2006/relationships" id="261" r:id="R914edf3d253b4065"/>
    <p:sldId xmlns:r="http://schemas.openxmlformats.org/officeDocument/2006/relationships" id="262" r:id="R8c934023bea347d0"/>
    <p:sldId xmlns:r="http://schemas.openxmlformats.org/officeDocument/2006/relationships" id="263" r:id="R2871f3499c98467d"/>
    <p:sldId xmlns:r="http://schemas.openxmlformats.org/officeDocument/2006/relationships" id="264" r:id="Raf251745e1564614"/>
    <p:sldId xmlns:r="http://schemas.openxmlformats.org/officeDocument/2006/relationships" id="265" r:id="R9c541a7f9422487b"/>
    <p:sldId xmlns:r="http://schemas.openxmlformats.org/officeDocument/2006/relationships" id="266" r:id="R0ca7450a2c7d43c1"/>
    <p:sldId xmlns:r="http://schemas.openxmlformats.org/officeDocument/2006/relationships" id="267" r:id="Rc350ead1509846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f8e589c204fac" /><Relationship Type="http://schemas.openxmlformats.org/officeDocument/2006/relationships/slideMaster" Target="/ppt/slideMasters/slideMaster1.xml" Id="Rb96370c230b6474c" /><Relationship Type="http://schemas.openxmlformats.org/officeDocument/2006/relationships/notesMaster" Target="/ppt/notesMasters/notesMaster1.xml" Id="R55730f99ccc34030" /><Relationship Type="http://schemas.openxmlformats.org/officeDocument/2006/relationships/presProps" Target="/ppt/presProps.xml" Id="Rae2608d431864367" /><Relationship Type="http://schemas.openxmlformats.org/officeDocument/2006/relationships/tableStyles" Target="/ppt/tableStyles.xml" Id="R3b1cadb0e34d4331" /><Relationship Type="http://schemas.openxmlformats.org/officeDocument/2006/relationships/slide" Target="/ppt/slides/slide1.xml" Id="Rbf7df681ea264134" /><Relationship Type="http://schemas.openxmlformats.org/officeDocument/2006/relationships/slide" Target="/ppt/slides/slide2.xml" Id="R5e380374826b4528" /><Relationship Type="http://schemas.openxmlformats.org/officeDocument/2006/relationships/slide" Target="/ppt/slides/slide3.xml" Id="R4513fdfbefd540a1" /><Relationship Type="http://schemas.openxmlformats.org/officeDocument/2006/relationships/slide" Target="/ppt/slides/slide4.xml" Id="R7ce4a107e87f49ca" /><Relationship Type="http://schemas.openxmlformats.org/officeDocument/2006/relationships/slide" Target="/ppt/slides/slide5.xml" Id="R55560047f8a34b21" /><Relationship Type="http://schemas.openxmlformats.org/officeDocument/2006/relationships/slide" Target="/ppt/slides/slide6.xml" Id="R914edf3d253b4065" /><Relationship Type="http://schemas.openxmlformats.org/officeDocument/2006/relationships/slide" Target="/ppt/slides/slide7.xml" Id="R8c934023bea347d0" /><Relationship Type="http://schemas.openxmlformats.org/officeDocument/2006/relationships/slide" Target="/ppt/slides/slide8.xml" Id="R2871f3499c98467d" /><Relationship Type="http://schemas.openxmlformats.org/officeDocument/2006/relationships/slide" Target="/ppt/slides/slide9.xml" Id="Raf251745e1564614" /><Relationship Type="http://schemas.openxmlformats.org/officeDocument/2006/relationships/slide" Target="/ppt/slides/slide10.xml" Id="R9c541a7f9422487b" /><Relationship Type="http://schemas.openxmlformats.org/officeDocument/2006/relationships/slide" Target="/ppt/slides/slide11.xml" Id="R0ca7450a2c7d43c1" /><Relationship Type="http://schemas.openxmlformats.org/officeDocument/2006/relationships/slide" Target="/ppt/slides/slide12.xml" Id="Rc350ead15098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2c50defa444c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93d8513734303" /><Relationship Type="http://schemas.openxmlformats.org/officeDocument/2006/relationships/notesMaster" Target="/ppt/notesMasters/notesMaster1.xml" Id="R4c9ad67ef1ac49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a58ebdc00e4048" /><Relationship Type="http://schemas.openxmlformats.org/officeDocument/2006/relationships/notesMaster" Target="/ppt/notesMasters/notesMaster1.xml" Id="Raa3465fcaf344c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4a0b36dd0f4077" /><Relationship Type="http://schemas.openxmlformats.org/officeDocument/2006/relationships/notesMaster" Target="/ppt/notesMasters/notesMaster1.xml" Id="R4ed8b6b16be14e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f965632b2c4d00" /><Relationship Type="http://schemas.openxmlformats.org/officeDocument/2006/relationships/notesMaster" Target="/ppt/notesMasters/notesMaster1.xml" Id="R86668eb4db9641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1829111ca4894" /><Relationship Type="http://schemas.openxmlformats.org/officeDocument/2006/relationships/notesMaster" Target="/ppt/notesMasters/notesMaster1.xml" Id="R0d42e0fc506d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0a5c051db4a8b" /><Relationship Type="http://schemas.openxmlformats.org/officeDocument/2006/relationships/notesMaster" Target="/ppt/notesMasters/notesMaster1.xml" Id="Rc4a64f3fba2943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be43afa7c34e21" /><Relationship Type="http://schemas.openxmlformats.org/officeDocument/2006/relationships/notesMaster" Target="/ppt/notesMasters/notesMaster1.xml" Id="Re00037d34fed49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d66b41e5af4253" /><Relationship Type="http://schemas.openxmlformats.org/officeDocument/2006/relationships/notesMaster" Target="/ppt/notesMasters/notesMaster1.xml" Id="R3e98ebaf515a4a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a39c0c05fe482e" /><Relationship Type="http://schemas.openxmlformats.org/officeDocument/2006/relationships/notesMaster" Target="/ppt/notesMasters/notesMaster1.xml" Id="Rdd0d1d6031cf43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8f89e6198d47e1" /><Relationship Type="http://schemas.openxmlformats.org/officeDocument/2006/relationships/notesMaster" Target="/ppt/notesMasters/notesMaster1.xml" Id="Rbb3e95f447994f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e66c3fcd2e4d5f" /><Relationship Type="http://schemas.openxmlformats.org/officeDocument/2006/relationships/notesMaster" Target="/ppt/notesMasters/notesMaster1.xml" Id="R6fb9177c71e844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1c631c0e4b4e00" /><Relationship Type="http://schemas.openxmlformats.org/officeDocument/2006/relationships/notesMaster" Target="/ppt/notesMasters/notesMaster1.xml" Id="Rdafd8de4663145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projet comme une plateforme métier : elle transforme des documents techniques en exigences, plans et cas de test traçables.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douleur concrète : ce n’est pas seulement générer du texte, c’est garder une chaîne de justification.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la valeur en trois moments : entrée documentaire, cerveau IA, artefacts test réutilisables.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comme une démo : on crée un projet, on upload un document, puis on laisse l’IA proposer une structure que l’utilisateur peut revoir.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 pas détailler les routes ou la base de données. Rester sur ce que l’utilisateur voit et utilise.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l’idée multi-agent comme un choix IA : au lieu d’un prompt unique, on découpe le raisonnement en rôles.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différence entre une réponse IA isolée et une application qui garde des objets métier reliés entre eux.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C’est une slide importante pour un jury : on montre que l’IA est utilisée de manière contrôlée.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le chat devient utile parce qu’il connaît les artefacts générés, pas parce qu’il est un simple chatbot externe.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sert à annoncer la démo. Garder un rythme simple, ne pas tout ouvrir en même temps.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 pas vendre une solution magique. Mettre l’accent sur l’assistance, la traçabilité et la réutilisation.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Finir en rappelant que le projet est à la fois produit, IA et métier.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d831707ae47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b0913fbde9425b" /><Relationship Type="http://schemas.openxmlformats.org/officeDocument/2006/relationships/slideLayout" Target="/ppt/slideLayouts/slideLayout1.xml" Id="R49539406281c49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39406281c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d515d97f84fa6" /><Relationship Type="http://schemas.openxmlformats.org/officeDocument/2006/relationships/image" Target="/ppt/media/image.png" Id="R6039d472f3344f88" /><Relationship Type="http://schemas.openxmlformats.org/officeDocument/2006/relationships/notesSlide" Target="/ppt/notesSlides/notesSlide1.xml" Id="R4fa59541320240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7490ecc054be3" /><Relationship Type="http://schemas.openxmlformats.org/officeDocument/2006/relationships/notesSlide" Target="/ppt/notesSlides/notesSlide2.xml" Id="R1508ba62674140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a4fc3c904139" /><Relationship Type="http://schemas.openxmlformats.org/officeDocument/2006/relationships/notesSlide" Target="/ppt/notesSlides/notesSlide3.xml" Id="R16601049cd84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419c8d7d14576" /><Relationship Type="http://schemas.openxmlformats.org/officeDocument/2006/relationships/image" Target="/ppt/media/image.jpeg" Id="R29ab4fb9a29144a0" /><Relationship Type="http://schemas.openxmlformats.org/officeDocument/2006/relationships/notesSlide" Target="/ppt/notesSlides/notesSlide4.xml" Id="R66c73c02c99543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8a9674dd746c7" /><Relationship Type="http://schemas.openxmlformats.org/officeDocument/2006/relationships/notesSlide" Target="/ppt/notesSlides/notesSlide5.xml" Id="Rdb0a9d541a4d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d9a61dd5e4917" /><Relationship Type="http://schemas.openxmlformats.org/officeDocument/2006/relationships/image" Target="/ppt/media/image2.jpeg" Id="R1723f85d621647c0" /><Relationship Type="http://schemas.openxmlformats.org/officeDocument/2006/relationships/notesSlide" Target="/ppt/notesSlides/notesSlide6.xml" Id="R488618c86c9f4f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f153f2398448a" /><Relationship Type="http://schemas.openxmlformats.org/officeDocument/2006/relationships/image" Target="/ppt/media/image3.jpeg" Id="R6f50b151372e42a9" /><Relationship Type="http://schemas.openxmlformats.org/officeDocument/2006/relationships/notesSlide" Target="/ppt/notesSlides/notesSlide7.xml" Id="R9e08414cc9c446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862411837420d" /><Relationship Type="http://schemas.openxmlformats.org/officeDocument/2006/relationships/notesSlide" Target="/ppt/notesSlides/notesSlide8.xml" Id="R174df988b65d4b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5e3a1263b4be6" /><Relationship Type="http://schemas.openxmlformats.org/officeDocument/2006/relationships/notesSlide" Target="/ppt/notesSlides/notesSlide9.xml" Id="Rd29d9b0addb54a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470696cec49ab" /><Relationship Type="http://schemas.openxmlformats.org/officeDocument/2006/relationships/notesSlide" Target="/ppt/notesSlides/notesSlide10.xml" Id="R55f256635dce4a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7fe4920ba4ac2" /><Relationship Type="http://schemas.openxmlformats.org/officeDocument/2006/relationships/notesSlide" Target="/ppt/notesSlides/notesSlide11.xml" Id="Rdd96d149631646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d99309e7e4b16" /><Relationship Type="http://schemas.openxmlformats.org/officeDocument/2006/relationships/image" Target="/ppt/media/image2.png" Id="Rf39f7ca99a8043a2" /><Relationship Type="http://schemas.openxmlformats.org/officeDocument/2006/relationships/notesSlide" Target="/ppt/notesSlides/notesSlide12.xml" Id="Rb0dd1f6c0f50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9d472f3344f88"/>
          <a:stretch xmlns:a="http://schemas.openxmlformats.org/drawingml/2006/main"/>
        </p:blipFill>
        <p:spPr>
          <a:xfrm xmlns:a="http://schemas.openxmlformats.org/drawingml/2006/main">
            <a:off x="685800" y="557436"/>
            <a:ext cx="4000500" cy="82822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F3877-E8A6-488A-8E43-06833A75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F3A"/>
                </a:solidFill>
              </a:defRPr>
            </a:pPr>
            <a:r>
              <a:rPr sz="4350" b="1">
                <a:solidFill>
                  <a:srgbClr val="0B1F3A"/>
                </a:solidFill>
              </a:rPr>
              <a:t>AI Test Plan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85E61-3C7D-44A8-BDFB-3C544DF2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A"/>
                </a:solidFill>
              </a:defRPr>
            </a:pPr>
            <a:r>
              <a:rPr sz="1800" b="0">
                <a:solidFill>
                  <a:srgbClr val="5F6B7A"/>
                </a:solidFill>
              </a:rPr>
              <a:t>Plateforme IA pour générer, structurer et tracer des plans de test à partir de documents techniques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2E7A1-4A8E-4579-AED3-8CF88177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3DAF9-B51A-4070-8D3C-B9A8FA30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Mohamed Taha El Younsi · Amine Amllal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BF3AD-45D7-4CB2-8CAD-FFE99A5A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Encadré par Pr. Tawfik Masrour et Pr. Ibtissam Elhassani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F9A45-B368-49C4-8555-E76FAD48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3025A-2BC8-415E-914C-8419D56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47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A191A-AD88-4B20-A676-BDDEB58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813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IA</a:t>
            </a:r>
          </a:p>
          <a:p xmlns:a="http://schemas.openxmlformats.org/drawingml/2006/main">
            <a:pPr algn="ctr"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Test</a:t>
            </a:r>
          </a:p>
          <a:p xmlns:a="http://schemas.openxmlformats.org/drawingml/2006/main">
            <a:pPr algn="ctr"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1435091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24FA7-DF65-43AD-A587-B901572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CONTEXTE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A2D43-422D-4B29-8778-CFCF1BDE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Le problème métier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7D9BD-7BDC-4802-B4E0-587D52AB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9A1EC-C814-498D-84FE-E7FC96D7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Dans les projets techniques, préparer un plan de test reste souvent manuel, long et difficile à maintenir.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CB015-31FE-4422-A791-208B5D8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13C1C-6947-4EB5-BE2E-957D482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Les exigences sont dispersées dans de longs documents.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67C80-6FB7-4042-88F0-714FC4B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66135-4447-4A3E-8154-30C93E61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La création des cas de test demande beaucoup d’effort répétitif.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C22A8-F2F6-4C60-9B5A-39357B0E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A8999-5C45-41C5-AB98-7C2B39F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La traçabilité exigence → test est difficile à justifier.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9C2CC-FB57-44D0-B84D-BC3F93A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01245-B728-47A6-ACEE-50466BE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Les outils IA génériques ne gardent pas toujours le contexte projet.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22130-5CEC-44CE-9209-0E81DB6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C9D13-3CF7-4983-A45C-A29D1D2F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2472A-EF9C-4CF0-97DE-58B7F492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Enjeu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83F6D-883E-4BE9-B4BC-83CEA2F3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Accélérer la préparation sans perdre le contrôle humain, la structure métier et la preuve de couverture.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2F742-576D-4F08-A25F-CB91CFC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E8733-7654-4257-AB19-A6FED2FF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3357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A1FE8-8041-4A37-AA2E-59C38EA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BA9A6-1843-46C2-BB66-8D86A95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Notre idée produit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9FC9F-6FD8-4659-927F-713AC05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29BB5-10C6-43A4-A1C2-5ACC25D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</a:rPr>
              <a:t>Une application web qui accompagne l’utilisateur depuis le document source jusqu’au plan de test exploitable.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E8B72-EF97-4169-8676-8B46715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100E9-105A-44C5-8BCA-77A66DB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9F05A-AFC7-4505-8307-EC530B92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Entrée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67EEB-673C-450F-8E8E-C294170B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719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Documents techniques et spécifications système.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6CA0-D282-4495-98A0-C9DD6CE9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2D3D2-88A6-4184-9FF9-FB69F218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1FC71-9C73-4B65-AEC1-56F0C60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Traitement 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ED3FC-6E2F-4CD1-8D9C-D780AB9E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719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Analyse, extraction d’exigences, génération de cas de test, revue et consolidation.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D53B0-6491-4C5E-B2CB-E5CB089E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3143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CA65A-9683-4FB5-83FE-F2026EA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DE814-20CB-4B50-9EAD-16426F8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Sortie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434BF-F1D6-405C-8577-EF727D9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719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Plan de test structuré, traçabilité, couverture et aide contextuelle par chat.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96525-2A17-471E-967B-DA759FD9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052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B1363-FA63-4733-9F37-BE6E4566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878B8-9FDB-48A2-8E64-72020BD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17021-F25B-4417-BF44-DD779FA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2723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28B51-4019-4FC7-9431-A423B431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85841-8780-485B-88A6-6398A0D5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Parcours utilisateur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5E37D-9C4C-41D5-9C99-A9E01CCA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b4fb9a29144a0"/>
          <a:stretch xmlns:a="http://schemas.openxmlformats.org/drawingml/2006/main"/>
        </p:blipFill>
        <p:spPr>
          <a:xfrm xmlns:a="http://schemas.openxmlformats.org/drawingml/2006/main">
            <a:off x="857250" y="3151471"/>
            <a:ext cx="10477500" cy="61220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CBF87-3863-4212-85B2-26E06B2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Le parcours garde l’utilisateur dans une logique de validation, pas dans une boîte noire.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EA2AE-D68A-4A49-9832-D64144F2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E6BEF-5B55-4F08-8BDC-4CBA55C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82778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42CCD-2631-4184-9CEF-132C82CD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PRODUIT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E940-C876-4F6B-AC4C-1D052D16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Fonctionnalités clés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042AA-BC56-482D-A614-0BDC427F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B1044-90AA-411A-AD9C-671556DC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EAF17-55CE-4A0A-A431-61954446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186C8-6286-4592-BB4C-8093E9C3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Gestion projet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69C84-70F2-4EDF-8864-5B3565E2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Nom, description, secteur, membres et ressources.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FB5D2-6A6C-467A-94DB-1E999C4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2846D-792B-4E76-A85B-C12F0701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BC292-164E-40CC-B2A6-3F85842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60B3D-2AAD-4175-8C1F-07D679D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Import, chunking et stockage des contenus.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83FD2-9598-4FA9-90A0-FB0AEFF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62F26-D04D-4A02-8F4D-5CBFD8CC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4E2D2-7C89-4A84-84E0-6110DAB8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Exigences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861F8-2C06-4F15-B769-88613BD1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Extraction structurée avec source documentaire.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D2E5F-C85D-4F09-91DD-7FDC64CF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1244D-D41F-422E-A8A0-CE69016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C9255-A396-40FD-9D25-588628D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Plans de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2562E-A948-4FB9-8775-29A67C5D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Objectifs, stratégie, risques, cas de test et couverture.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150BC-7862-4230-ABB3-9D5CD0E8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D18BB-AF68-48C5-BD5C-7998330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1B3F3-8C1A-4A6D-BD8F-72843AD7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814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Chat contextuel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DFB4A-0CCC-4C0E-BFE9-AB5C8549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Questions/réponses sur le projet, les docs et les artefacts.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9D2E0-DF63-46EA-A480-A01A4E4F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FE36C-C51F-4E0D-9753-6AB67CE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9B13A-A4FF-4C9A-A961-1BB42C77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Suivi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DF1F1-5E4C-4DB2-B968-03410815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Couverture, planning, ressources et coûts LLM.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A90E97-5965-4B10-9D83-B99C05B3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21C04-EA73-4008-A360-8F6FC534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7868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8A9D6-1BF8-43F9-878F-0CCCFF9D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ARCHITECTURE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EC3F-13CF-4E81-994D-F8926B3C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Le cerveau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47522-935D-409A-892D-D1B094AF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B4FE8-EBE1-492C-90DD-D8036B72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Le projet est organisé comme une chaîne d’agents spécialisés. Chaque agent traite une responsabilité métier précise.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3f85d621647c0"/>
          <a:stretch xmlns:a="http://schemas.openxmlformats.org/drawingml/2006/main"/>
        </p:blipFill>
        <p:spPr>
          <a:xfrm xmlns:a="http://schemas.openxmlformats.org/drawingml/2006/main">
            <a:off x="666750" y="3236319"/>
            <a:ext cx="10858500" cy="16998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41AB4-3766-4CE2-8993-89D4CAD4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Chaque étape produit un artefact intermédiaire contrôlable avant le plan final.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7A586-A5F6-419C-B712-5DD31D94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668BE-B1B1-45B4-8E10-4DAB163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0688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EE619-FD52-4F78-B7F2-6217197F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IA FIABLE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9942D-91BA-4DA7-A445-DEAFB76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Contexte et traçabilité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218B8-E74F-4C19-9136-27E1E09D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86187-E45D-4C4F-B738-C290AC01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L’objectif n’est pas seulement de générer un texte, mais de garder le lien avec les documents et les exigences.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0b151372e42a9"/>
          <a:stretch xmlns:a="http://schemas.openxmlformats.org/drawingml/2006/main"/>
        </p:blipFill>
        <p:spPr>
          <a:xfrm xmlns:a="http://schemas.openxmlformats.org/drawingml/2006/main">
            <a:off x="1085850" y="3504830"/>
            <a:ext cx="10001250" cy="59129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65596-2C35-4659-9978-8D4F3BC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331C0-9A2C-4285-91F5-FB17491D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813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Le chat récupère le contexte projet.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5797B-C23C-4F8E-B592-A2BA2BB9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C75EA-FED9-48A6-A7FD-48846A94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813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Les plans et tests restent reliés aux exigences.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0787B-22F8-4E8E-B160-16D56304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3F88D-A499-474C-BCD2-9ABCCF97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62600"/>
            <a:ext cx="813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La couverture permet d’identifier ce qui est testé ou non.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3E7DD-72D4-4740-87CD-B5E23CF3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B012A-B0A0-4268-ABFB-1443B78A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8424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B28BE-FCAF-493E-85CD-3F8ABC25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MODE INTERACTIF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8C9CB-9FE5-4CA7-98DC-93EF7CB5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Supervision humaine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F3F64-36A8-4C18-9869-76D8088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FA499-1A0A-469A-9EC9-1BBC2C3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Le mode interactif permet de revoir les sorties importantes avant de continuer la génération.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9BA2B-3C73-4625-AD6F-BB05124A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29146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B1969-7FA1-4459-BE79-7AAC9772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B7225-6CC7-4435-BF6A-F913798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Valider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966D0-BBEE-4AE6-9D61-7AE0D745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Accepter une extraction ou une proposition d’architecture.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8F8BF-C37A-4E46-A8E4-6C9D7C2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29146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828DF-9794-4759-AB27-74F91486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BB0A1-84BF-4B2F-964E-6B962F08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9090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Corriger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8FAD0-468F-4B0A-A0C1-6342705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Demander à l’IA d’ajuster une étape avant de poursuivre.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B652A-CB98-4C23-BDC7-6546F5B9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9146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86E15-8DFC-46AB-A45D-D56BA0E7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95D59-2CDE-436A-8E95-C21F2696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9090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Contrôler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0D06B-28D8-418B-80AC-B32B610A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Garder l’expert dans la boucle pour les décisions critiques.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87C13-2A1C-4A7D-BCD6-18313C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La valeur vient de la collaboration IA + expert, pas d’une automatisation aveugle.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B9590-9B71-4DC3-A00C-C0184CE6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C62BF-32B9-4081-ABAC-4F5A68DA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7893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BC929-0D51-4B87-ADDF-7EA462B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ASSISTANT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401A5-2175-4751-98C3-1334ECA8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Chatbot contextuel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7CE16-D073-4BE7-A3DC-20F54949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E9A1C-9B2A-4C07-95BC-AA03623B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Le chat n’est pas seulement une conversation générale : il sert à interroger les connaissances du projet.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275F1-BBDD-46CC-A210-D83D541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38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F5F8"/>
          </a:solidFill>
          <a:ln xmlns:a="http://schemas.openxmlformats.org/drawingml/2006/main" w="9525">
            <a:solidFill>
              <a:srgbClr val="C9E7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0AC83-74D7-45DD-A672-7703284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« Quelles exigences ne sont pas couvertes ? 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42C0C-C4A1-41A7-A2C7-EADD95BE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4762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EA1A6-355D-4558-ABEA-BC224A6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Réponse contextualisée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FF1BA-20C8-46D6-9F76-1E65C21A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Le système utilise le projet, les documents, les exigences, le dernier plan et la couverture pour répondre.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CE441-9160-46C9-B68A-20581073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3F077-7D58-4376-9062-08C86C9E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1161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C1820A-9626-4B70-9BBF-B96024B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PRÉSENTATION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64989-D015-45EB-AB34-21EE0624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Démo proposée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0B0FB-CDA3-4A13-BF9C-ACF486E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2850B-CE5A-4A68-B533-D9FB376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E0F53-7E44-4094-A86C-BBB89017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699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Créer un projet et choisir un secteur.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3606B-A21E-418C-9EA2-FDBC1F69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59652-4581-4B40-8C86-26F7DDA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699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Importer un document technique.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FAB91-DC49-4ED8-A85C-98431D46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3BACA-44EB-42CA-A64D-669C3365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699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Lancer l’extraction des exigences.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21188-6C22-42EA-B530-3CA5595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4E002-FECE-4A96-9C64-92E5D576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699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Générer un plan de test en mode interactif.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4F04E-8311-4124-9318-03FE210A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6E00C-8428-4CC3-B34E-9D177105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99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Consulter la couverture et poser une question au chatbot.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90677-2D02-4452-892B-6E543795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09324-107B-49D4-B170-7C50D43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4615B-EA47-40BF-B209-7E457778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Message clé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56375-9949-4B3D-A141-18723C7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400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On montre un flux complet : document → exigences → tests → traçabilité → conversation contextuelle.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D1FD1-0163-4DA9-9817-2DE7B9F3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8A5DB-CD99-4EA0-9652-775FD3DE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64170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FA880-FBA0-4011-9A64-98DA55F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8C28"/>
                </a:solidFill>
              </a:defRPr>
            </a:pPr>
            <a:r>
              <a:rPr sz="1125" b="1">
                <a:solidFill>
                  <a:srgbClr val="F28C28"/>
                </a:solidFill>
              </a:rPr>
              <a:t>VALEUR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4CCE9-BC84-464B-9C5A-6975DAD3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Ce que le projet apporte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1B37-11BF-4229-91BD-9D4B6688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523F3-EEF9-415A-B066-6B16472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A47B7-A2C2-4447-ADBD-D81161F0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5EC9-A974-4E6A-84EB-EE4B9CDC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Pour l’utilisateur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28173-780D-4FA1-B369-2D7AF51B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Moins de travail répétitif et une meilleure structure de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C2FF7-2C1B-4B81-B52A-95C29A1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2150F-44EA-48CA-92BC-5A3BAE09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5B5DC-8FCD-4BB7-99CD-B28A59E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765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Pour l’équipe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671E1-C140-40D7-929E-B74659A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1465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Une couverture plus visible et des artefacts plus faciles à discuter.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C1911-C195-43D2-B13A-7643705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2DA94-BDA3-4257-B04B-8CC584F1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BF4F4-1B8B-44E5-9DE4-9FC4562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Pour le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589F5-397C-4BA1-9732-03CEE39A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Une base pour capitaliser les connaissances et améliorer les plans futurs.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FAD30-64F5-497C-BCFD-32D4C429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Le projet reste réaliste : l’IA assiste la préparation, l’expert valide les résultats.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2F7A1-494D-4142-94DE-02850360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</a:defRPr>
            </a:pPr>
            <a:r>
              <a:rPr sz="900" b="0">
                <a:solidFill>
                  <a:srgbClr val="5F6B7A"/>
                </a:solidFill>
              </a:rPr>
              <a:t>AI Test Plan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2EE8F-0FED-44AD-934F-26F46332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</a:defRPr>
            </a:pPr>
            <a:r>
              <a:rPr sz="900" b="1">
                <a:solidFill>
                  <a:srgbClr val="5F6B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1102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f7ca99a8043a2"/>
          <a:stretch xmlns:a="http://schemas.openxmlformats.org/drawingml/2006/main"/>
        </p:blipFill>
        <p:spPr>
          <a:xfrm xmlns:a="http://schemas.openxmlformats.org/drawingml/2006/main">
            <a:off x="685800" y="577490"/>
            <a:ext cx="3714750" cy="76906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10112-07ED-4327-80E9-1BA5D3A9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8E606-F27C-4CC7-9175-9489B7C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E7F0"/>
                </a:solidFill>
              </a:defRPr>
            </a:pPr>
            <a:r>
              <a:rPr sz="1875" b="0">
                <a:solidFill>
                  <a:srgbClr val="DDE7F0"/>
                </a:solidFill>
              </a:rPr>
              <a:t>AI Test Plan Generator montre comment intégrer l’IA dans un processus métier de test : comprendre les documents, produire des artefacts structurés et garder la traçabilité.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F9E59-6070-40E1-83BF-64F96B92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8C28"/>
                </a:solidFill>
              </a:defRPr>
            </a:pPr>
            <a:r>
              <a:rPr sz="2400" b="1">
                <a:solidFill>
                  <a:srgbClr val="F28C28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716749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2026-06-21T22:37:15.7260000Z</dcterms:created>
  <dcterms:modified xsi:type="dcterms:W3CDTF">2026-06-21T22:37:15.7260000Z</dcterms:modified>
</coreProperties>
</file>